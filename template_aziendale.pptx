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Sz cx="18288000" cy="10287000"/>
  <p:notesSz cx="6858000" cy="9144000"/>
  <p:embeddedFontLst>
    <p:embeddedFont>
      <p:font typeface="Open Sans 1" panose="020B0604020202020204" charset="0"/>
      <p:regular r:id="rId2"/>
    </p:embeddedFont>
    <p:embeddedFont>
      <p:font typeface="Poppins" panose="00000500000000000000" pitchFamily="2" charset="0"/>
      <p:regular r:id="rId3"/>
      <p:bold r:id="rId4"/>
      <p:italic r:id="rId5"/>
      <p:boldItalic r:id="rId6"/>
    </p:embeddedFont>
    <p:embeddedFont>
      <p:font typeface="Poppins Bold" panose="00000800000000000000" charset="0"/>
      <p:regular r:id="rId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DE2"/>
    <a:srgbClr val="173D66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14" y="3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7.fntdata"/><Relationship Id="rId3" Type="http://schemas.openxmlformats.org/officeDocument/2006/relationships/font" Target="fonts/font2.fntdata"/><Relationship Id="rId7" Type="http://schemas.openxmlformats.org/officeDocument/2006/relationships/font" Target="fonts/font6.fntdata"/><Relationship Id="rId12" Type="http://schemas.openxmlformats.org/officeDocument/2006/relationships/tableStyles" Target="tableStyles.xml"/><Relationship Id="rId2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5.fntdata"/><Relationship Id="rId11" Type="http://schemas.openxmlformats.org/officeDocument/2006/relationships/theme" Target="theme/theme1.xml"/><Relationship Id="rId5" Type="http://schemas.openxmlformats.org/officeDocument/2006/relationships/font" Target="fonts/font4.fntdata"/><Relationship Id="rId10" Type="http://schemas.openxmlformats.org/officeDocument/2006/relationships/viewProps" Target="viewProps.xml"/><Relationship Id="rId4" Type="http://schemas.openxmlformats.org/officeDocument/2006/relationships/font" Target="fonts/font3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8D733C12-945F-22D5-FAFA-6B19E1F92B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986" y="-245696"/>
            <a:ext cx="18525986" cy="10532696"/>
          </a:xfrm>
          <a:prstGeom prst="rect">
            <a:avLst/>
          </a:prstGeom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7AB93587-2E66-5C09-59C3-13A1A1BE269D}"/>
              </a:ext>
            </a:extLst>
          </p:cNvPr>
          <p:cNvSpPr/>
          <p:nvPr userDrawn="1"/>
        </p:nvSpPr>
        <p:spPr>
          <a:xfrm>
            <a:off x="4205968" y="3737555"/>
            <a:ext cx="9876064" cy="1172148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F17669A-01CA-ED24-2CCB-ECDD52815DBB}"/>
              </a:ext>
            </a:extLst>
          </p:cNvPr>
          <p:cNvSpPr txBox="1"/>
          <p:nvPr userDrawn="1"/>
        </p:nvSpPr>
        <p:spPr>
          <a:xfrm>
            <a:off x="1365014" y="3863108"/>
            <a:ext cx="15557973" cy="98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2"/>
              </a:lnSpc>
            </a:pPr>
            <a:r>
              <a:rPr lang="en-US" sz="6992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Click to edit Master title style</a:t>
            </a: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E16F686E-E6AA-8404-61C0-F1BDF637ADE4}"/>
              </a:ext>
            </a:extLst>
          </p:cNvPr>
          <p:cNvSpPr/>
          <p:nvPr userDrawn="1"/>
        </p:nvSpPr>
        <p:spPr>
          <a:xfrm>
            <a:off x="7313354" y="2633210"/>
            <a:ext cx="3661293" cy="576654"/>
          </a:xfrm>
          <a:custGeom>
            <a:avLst/>
            <a:gdLst/>
            <a:ahLst/>
            <a:cxnLst/>
            <a:rect l="l" t="t" r="r" b="b"/>
            <a:pathLst>
              <a:path w="3661293" h="576654">
                <a:moveTo>
                  <a:pt x="0" y="0"/>
                </a:moveTo>
                <a:lnTo>
                  <a:pt x="3661292" y="0"/>
                </a:lnTo>
                <a:lnTo>
                  <a:pt x="3661292" y="576654"/>
                </a:lnTo>
                <a:lnTo>
                  <a:pt x="0" y="576654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4DDCA2-0A70-D961-F476-F621F5E651F1}"/>
              </a:ext>
            </a:extLst>
          </p:cNvPr>
          <p:cNvSpPr txBox="1"/>
          <p:nvPr userDrawn="1"/>
        </p:nvSpPr>
        <p:spPr>
          <a:xfrm>
            <a:off x="7201704" y="8519228"/>
            <a:ext cx="3884592" cy="301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6"/>
              </a:lnSpc>
            </a:pPr>
            <a:r>
              <a:rPr lang="en-US" sz="1700" spc="566">
                <a:solidFill>
                  <a:srgbClr val="E9F2FF"/>
                </a:solidFill>
                <a:latin typeface="Open Sans 1"/>
                <a:ea typeface="Open Sans 1"/>
                <a:cs typeface="Open Sans 1"/>
                <a:sym typeface="Open Sans 1"/>
              </a:rPr>
              <a:t>www.geocomitalia.com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D7E9C5-9E2F-06F3-C225-DB993E19BBF5}"/>
              </a:ext>
            </a:extLst>
          </p:cNvPr>
          <p:cNvSpPr txBox="1"/>
          <p:nvPr userDrawn="1"/>
        </p:nvSpPr>
        <p:spPr>
          <a:xfrm>
            <a:off x="2050822" y="5203831"/>
            <a:ext cx="14186356" cy="43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it-IT" sz="311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Click to </a:t>
            </a:r>
            <a:r>
              <a:rPr lang="it-IT" sz="311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edit</a:t>
            </a:r>
            <a:r>
              <a:rPr lang="it-IT" sz="311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Master </a:t>
            </a:r>
            <a:r>
              <a:rPr lang="it-IT" sz="311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subtitle</a:t>
            </a:r>
            <a:r>
              <a:rPr lang="it-IT" sz="311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style </a:t>
            </a:r>
            <a:endParaRPr lang="en-US" sz="311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053" y="1693985"/>
            <a:ext cx="15111486" cy="831073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BF8B8FB6-7C96-5667-06FB-80C3C18A3F9D}"/>
              </a:ext>
            </a:extLst>
          </p:cNvPr>
          <p:cNvSpPr txBox="1"/>
          <p:nvPr userDrawn="1"/>
        </p:nvSpPr>
        <p:spPr>
          <a:xfrm>
            <a:off x="656053" y="828577"/>
            <a:ext cx="9894715" cy="557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32"/>
              </a:lnSpc>
            </a:pPr>
            <a:r>
              <a:rPr lang="en-US" sz="4011" b="1" dirty="0">
                <a:solidFill>
                  <a:srgbClr val="5DADE2"/>
                </a:solidFill>
                <a:latin typeface="Poppins Bold"/>
                <a:ea typeface="Poppins Bold"/>
                <a:cs typeface="Poppins Bold"/>
                <a:sym typeface="Poppins Bold"/>
              </a:rPr>
              <a:t>Click to edit Master title style</a:t>
            </a:r>
          </a:p>
        </p:txBody>
      </p:sp>
      <p:sp>
        <p:nvSpPr>
          <p:cNvPr id="9" name="Freeform 64">
            <a:extLst>
              <a:ext uri="{FF2B5EF4-FFF2-40B4-BE49-F238E27FC236}">
                <a16:creationId xmlns:a16="http://schemas.microsoft.com/office/drawing/2014/main" id="{DAC2242E-C9D6-1E3C-39E8-9084F2862B14}"/>
              </a:ext>
            </a:extLst>
          </p:cNvPr>
          <p:cNvSpPr/>
          <p:nvPr userDrawn="1"/>
        </p:nvSpPr>
        <p:spPr>
          <a:xfrm>
            <a:off x="16916400" y="828577"/>
            <a:ext cx="420987" cy="326172"/>
          </a:xfrm>
          <a:custGeom>
            <a:avLst/>
            <a:gdLst/>
            <a:ahLst/>
            <a:cxnLst/>
            <a:rect l="l" t="t" r="r" b="b"/>
            <a:pathLst>
              <a:path w="420987" h="326172">
                <a:moveTo>
                  <a:pt x="0" y="0"/>
                </a:moveTo>
                <a:lnTo>
                  <a:pt x="420987" y="0"/>
                </a:lnTo>
                <a:lnTo>
                  <a:pt x="420987" y="326172"/>
                </a:lnTo>
                <a:lnTo>
                  <a:pt x="0" y="326172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0</Words>
  <Application>Microsoft Office PowerPoint</Application>
  <PresentationFormat>Personalizzato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Poppins Bold</vt:lpstr>
      <vt:lpstr>Poppins</vt:lpstr>
      <vt:lpstr>Calibri</vt:lpstr>
      <vt:lpstr>Open Sans 1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 - Presentazione Geocom 2025</dc:title>
  <dc:creator>TELAGGIUSTO</dc:creator>
  <cp:lastModifiedBy>Daniele M</cp:lastModifiedBy>
  <cp:revision>6</cp:revision>
  <dcterms:created xsi:type="dcterms:W3CDTF">2006-08-16T00:00:00Z</dcterms:created>
  <dcterms:modified xsi:type="dcterms:W3CDTF">2026-01-12T20:01:06Z</dcterms:modified>
  <dc:identifier>DAGu0gajRj4</dc:identifier>
</cp:coreProperties>
</file>